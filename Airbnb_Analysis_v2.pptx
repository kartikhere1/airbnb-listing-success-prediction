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Listings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Prediction · Insights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46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ML-driven exploration of 500 Airbnb listings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EDA, K-Means Clustering, and Booking Success Prediction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4297680"/>
            <a:ext cx="18288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3040" y="4315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4645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4297680"/>
            <a:ext cx="18288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0" y="4315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23360" y="4645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4297680"/>
            <a:ext cx="18288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4315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4645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Accuracy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53949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5212080" cy="3913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960120"/>
            <a:ext cx="31089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005840"/>
            <a:ext cx="2980944" cy="39502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495604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870448" y="4956048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Relationships &amp; Price Patterns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8503920" cy="2212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21868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Plots: Price vs. Key Features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28600" y="3493008"/>
            <a:ext cx="868680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547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858768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right-skewed — most listings cluster between $200–$800, with a few luxury outliers above $2,000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number_of_reviews &amp; reviews_per_month strongly correlated (r = 0.87) — active listings drive engagement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availability_365 negatively correlates with reviews (r = -0.86) — less available = more frequently booked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374904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8587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→ Optimal K = 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43400" y="960120"/>
            <a:ext cx="4572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005840"/>
            <a:ext cx="4389120" cy="28072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34840" y="38587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PCA-reduced Cluster Visualisation (4 clusters)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28600" y="4160520"/>
            <a:ext cx="20848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28600" y="4160520"/>
            <a:ext cx="6400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" y="4178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— Moderate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8328" y="44531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price, small capacity, steady reviews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450592" y="4160520"/>
            <a:ext cx="20848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50592" y="4160520"/>
            <a:ext cx="64008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560320" y="4178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— Premium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560320" y="44531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price, low reviews, high availability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72584" y="4160520"/>
            <a:ext cx="20848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72584" y="4160520"/>
            <a:ext cx="64008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82312" y="4178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— Budget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782312" y="44531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price, private rooms, very popular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894576" y="4160520"/>
            <a:ext cx="20848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894576" y="4160520"/>
            <a:ext cx="64008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04304" y="4178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— Large Cap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004304" y="44531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spaces, avg price, group travel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Feature Importance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005840"/>
            <a:ext cx="2432304" cy="2450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2608" y="349300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017520" y="96012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1005840"/>
            <a:ext cx="2432304" cy="2450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81528" y="349300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(Perfect Score)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760720" y="960120"/>
            <a:ext cx="3154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1005840"/>
            <a:ext cx="3008376" cy="2450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33872" y="3493008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Feature Importances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228600" y="3749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059936"/>
          <a:ext cx="5303520" cy="100584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Log. Reg.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Rand.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5760720" y="3749040"/>
            <a:ext cx="3154680" cy="13167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870448" y="3794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870448" y="4059936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availability_365 drives 70.2% of booking prediction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achieves perfect classification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should actively manage calendar availability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65760" y="4983480"/>
            <a:ext cx="8412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Listings Analysis · K-Means + Random Forest · 500 Listings Dataset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 Listings Analysis</dc:title>
  <dc:subject>PptxGenJS Presentation</dc:subject>
  <dc:creator>PptxGenJS</dc:creator>
  <cp:lastModifiedBy>PptxGenJS</cp:lastModifiedBy>
  <cp:revision>1</cp:revision>
  <dcterms:created xsi:type="dcterms:W3CDTF">2026-03-14T06:40:59Z</dcterms:created>
  <dcterms:modified xsi:type="dcterms:W3CDTF">2026-03-14T06:40:59Z</dcterms:modified>
</cp:coreProperties>
</file>